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con una frase: "Os mandamos un mensaje corto en agosto. Hoy os enseño lo que hay detrás y lo que ya está construido." No leas la portada.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diapositiva que lo vende sola. Señala el gráfico: nueve de diez son la marca. Frase: "De las 372 búsquedas que os traen tráfico, las nueve primeras son vuestro nombre. La primera que no lo es está en el puesto 10 con 5 clics. Eso es lo que compra el SEM." Si tienes Search Console abierto en otra pestaña, enséñalo en vivo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Al-Mounia es el dato que más les va a mover: un marroquí pagando por "halal Madrid" sin certificado ni cocina libanesa. du Liban sí lo tiene. Si preguntan por Liba Garden: el día que lo comprobamos no estaban anunciándose — los anunciantes pequeños encienden y apagan. Cuando nuestra campaña ruede, Google nos da gratis quién puja contra nosotros (Auction Insights).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grupos, no seis: con 10 €/día repartidos en seis, ninguno acumula datos para aprender. Marca es seguro, no crecimiento; Libanés es la demanda; Halal es donde está el recorrido. Si preguntan por qué no shisha ya: entra el mes 2, y hay una duda técnica con la política de tabaco de Google que preferimos resolver con la campaña rodando.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 ORO: cada vez que digas "20-50 reservas" o "5-14 € por reserva", di "estimación" en la misma frase. Si prometes 50 y salen 18, has perdido la cuenta. Aquí es donde pides los dos números: ticket medio POR MESA (no por persona) y margen. Todo el cuadro se recalcula con ellos. Si preguntan por qué no 1.000: porque no sabemos aún el coste real por reserva, y porque si los viernes ya están llenos, más presupuesto compra mesas que habrían venido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código ya se ha aplicado hoy al crear la cuenta. No es un problema porque la campaña se lanza esta semana. A 10 €/día, los 400 € propios se alcanzan hacia el 25 de octubre, con tres semanas de margen sobre el 14 de noviembre. Google hace además un cargo temporal de 10 € en la tarjeta para verificarla — se devuelve en una semana; que Priya no se asuste al verlo.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es tu escudo. "Los anuncios son el acelerador; el SEO es el motor y sigue cuando dejas de pagar." Si preguntan "¿esto nos pone en el mapa?": no, eso es el SEO, que ya está hecho. Si preguntan "¿podemos pararlo?": cuando queráis, desde vuestra cuenta — por eso la cuenta y la tarjeta son vuestras.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prometas medición por reserva desde el día 1: eso es la capa 2 y depende del ticket de SevenRooms y de las 11-17 h de legales. Lo que sí funciona desde el minuto uno son las conversiones de llamada — y encaja perfecto porque el teléfono lo atiende una IA. La campaña puede lanzarse ANTES de las legales; van en paralelo, no bloquean.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 1 aprender, mes 2 ajustar, mes 3 decidir. Repítelo si hace falta. Lo único que está en la mano de hoy es que la campaña se active esta semana para que el crédito llegue entero.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Pide los dos números AQUÍ, en directo, y apúntalos. Por WhatsApp es fácil que se queden sin contestar (pasó con el aparcacoches). El certificado halal no está en esta lista a propósito — se pide después por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las preguntas que van a hacer. No las leas: ten la diapositiva como red. Si sale una que no está aquí y no sabes la respuesta: "lo compruebo y te lo confirmo por WhatsApp" es una respuesta perfectamente buena.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esto y con el siguiente paso concreto: "La campaña está montada. En cuanto me confirmes los dos números, la activo esta semana y os mando el primer informe a los 15 días."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Liban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doing, what to expect,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we need from you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Capture · 15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are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Console · last 28 days · 21 Aug – 13 Sep 2026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4,170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76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shown in Google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371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176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to the website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371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176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searches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974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searches by clicks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71800"/>
            <a:ext cx="1645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liban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48840" y="2999232"/>
            <a:ext cx="3017520" cy="114300"/>
          </a:xfrm>
          <a:prstGeom prst="rect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21224" y="2971800"/>
            <a:ext cx="457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140964"/>
            <a:ext cx="1645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duliban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48840" y="3168396"/>
            <a:ext cx="1694772" cy="114300"/>
          </a:xfrm>
          <a:prstGeom prst="rect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98476" y="3140964"/>
            <a:ext cx="457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10128"/>
            <a:ext cx="1645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liban moraleja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48840" y="3337560"/>
            <a:ext cx="578702" cy="114300"/>
          </a:xfrm>
          <a:prstGeom prst="rect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82406" y="3310128"/>
            <a:ext cx="457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79292"/>
            <a:ext cx="1645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liban madrid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148840" y="3506724"/>
            <a:ext cx="454695" cy="114300"/>
          </a:xfrm>
          <a:prstGeom prst="rect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58399" y="3479292"/>
            <a:ext cx="457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48456"/>
            <a:ext cx="1645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duliban restaurante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48840" y="3675888"/>
            <a:ext cx="372023" cy="114300"/>
          </a:xfrm>
          <a:prstGeom prst="rect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75727" y="3648456"/>
            <a:ext cx="457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817620"/>
            <a:ext cx="1645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liban restaurante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48840" y="3845052"/>
            <a:ext cx="372023" cy="114300"/>
          </a:xfrm>
          <a:prstGeom prst="rect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75727" y="3817620"/>
            <a:ext cx="457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986784"/>
            <a:ext cx="1645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duliban la moraleja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48840" y="4014216"/>
            <a:ext cx="330687" cy="114300"/>
          </a:xfrm>
          <a:prstGeom prst="rect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34391" y="3986784"/>
            <a:ext cx="457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155948"/>
            <a:ext cx="1645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 du liban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48840" y="4183380"/>
            <a:ext cx="289351" cy="114300"/>
          </a:xfrm>
          <a:prstGeom prst="rect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493055" y="4155948"/>
            <a:ext cx="457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325112"/>
            <a:ext cx="1645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liban la moraleja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148840" y="4352544"/>
            <a:ext cx="206679" cy="114300"/>
          </a:xfrm>
          <a:prstGeom prst="rect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410383" y="4325112"/>
            <a:ext cx="457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494276"/>
            <a:ext cx="16459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libanes la moraleja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148840" y="4521708"/>
            <a:ext cx="206679" cy="114300"/>
          </a:xfrm>
          <a:prstGeom prst="rect">
            <a:avLst/>
          </a:prstGeom>
          <a:solidFill>
            <a:srgbClr val="0A7390"/>
          </a:solidFill>
          <a:ln w="12700">
            <a:solidFill>
              <a:srgbClr val="0A739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410383" y="4494276"/>
            <a:ext cx="457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852160" y="2743200"/>
            <a:ext cx="2834640" cy="1920240"/>
          </a:xfrm>
          <a:prstGeom prst="roundRect">
            <a:avLst>
              <a:gd name="adj" fmla="val 3810"/>
            </a:avLst>
          </a:prstGeom>
          <a:solidFill>
            <a:srgbClr val="EFE9DC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35040" y="2880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the top 10 are your own name.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035040" y="36118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search that isn't "du Liban" is at #10, with 5 clicks. People who already know you find you. People who don't, don't.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for du Liban · Kan Capture · 15 Sep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competitors are already paying for these searches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live from Madrid on 21 August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Al-Mounia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Moroccan, city centre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Advertises with the exact headline "Restaurante Halal Madrid" — no Lebanese kitchen, no halal certificate.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Beytna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Lebanese, 4.8★ · 5,400 reviews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488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placement on "restaurante libanés madrid".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TheFork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platform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488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Advertises on Lebanese searches — when they win the click, the diner picks from a list of your competitors.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262729"/>
          </a:solidFill>
          <a:ln w="12700">
            <a:solidFill>
              <a:srgbClr val="26272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758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advertising on: shisha · La Moraleja · Alcobendas · your own name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0873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is half-empty. Nobody combines halal + Lebanese + shisha + north Madrid. Entering now is cheap.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for du Liban · Kan Capture · 15 Sep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proposing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ads on Google · north of Madrid · during your opening hours · sending people to your website and booking page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 liban", "du liban reservas", "du liban carta"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38988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cents. Guarantees the top result is yours, pushes down the negative Tripadvisor snippet, and protects you the day a competitor bids on your name.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Lebanese restaurant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"restaurante libanés madrid / alcobendas / la moraleja"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4414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demand. Beytna and TheFork are already here.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384048" cy="384048"/>
          </a:xfrm>
          <a:prstGeom prst="ellipse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794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"restaurante halal madrid", "comida halal", "halal restaurant madrid"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349300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Highest-affinity audience. You have the certificate — the competitor advertising there doesn't.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FE9DC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in this niche cost €0.10–0.85 — real prices from Google's Keyword Planner. Shisha and events groups join in month 2.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for du Liban · Kan Capture · 15 Sep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spend? Three scenarios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worked backwards from your business: ~€100 per table (€30–40 per person × 2.5–3 guests)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192024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3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ad 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+ Lebanese + Halal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Shisha + Events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Everything, wider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 / month  (estimate)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– 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wider targeting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booking  (estimate)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 – 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 – 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3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 – 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290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673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 two months, then move to Standard. Two months of Test spends exactly the €400 that unlocks Google's credit — so month 3 is largely paid for.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34290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FE9DC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"estimate" matters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37673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prices are real Google data. Bookings are our estimate. The point of month 1 is to replace our estimate with du Liban's real number — then we adjust up, down, or stop.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for du Liban · Kan Capture · 15 Sep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€400 Google credit — how it really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real, but it isn't a gift on day 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applied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when the account is created.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24912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14 Nov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€400 of your own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€10/day you reach it around 25 October. Three weeks of margin.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032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828032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granted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28032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adds €400 to the account.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766560" y="146304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31152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used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2468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expires 60 days after being granted — so it pays for most of month 3.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FE9DC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that matters: the campaign must be running this week. The clock started when the code was applied, not when the ads start.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for du Liban · Kan Capture · 15 Sep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ads will and won't 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6F6FA"/>
          </a:solidFill>
          <a:ln w="12700">
            <a:solidFill>
              <a:srgbClr val="E6F6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WILL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 in front of people searching right now for a Lebanese or halal restaurant in north Madrid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top result for "du Liban" yours, not Tripadvisor's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within a month what a booking really costs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moment you say so — it's your account and your card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FE9DC"/>
          </a:solidFill>
          <a:ln w="12700">
            <a:solidFill>
              <a:srgbClr val="EFE9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WON'T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your position in the map results — that's the local SEO work, already done, and it keeps working after you stop paying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your 4.4★ rating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a number of bookings — anyone who gives you an exact figure is guessing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results in week 1 — Google needs 2–4 weeks to learn before anything stabilises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for du Liban · Kan Capture · 15 Sep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measure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bookings happen on SevenRooms, not on your website — so measuring needs two layers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17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 one — no setup, no cookies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288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tracking: Google shows a forwarding number in the ads. Your phone is answered by an AI 24 h, so every ad-driven call is captured.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SevenRooms' own per-channel booking report, tagging each reservation by origin.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84048" cy="384048"/>
          </a:xfrm>
          <a:prstGeom prst="ellipse">
            <a:avLst/>
          </a:prstGeom>
          <a:solidFill>
            <a:srgbClr val="6E6041"/>
          </a:solidFill>
          <a:ln w="12700">
            <a:solidFill>
              <a:srgbClr val="6E60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880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— real booking attribution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2918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SevenRooms installs our measurement container in the booking page (a support request from your account — we draft it).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website's cookie banner and legal text must be upgraded to EU standards. Roughly 11–17 hours of one-off work. We'd rather quote it now than surprise you later.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for du Liban · Kan Capture · 15 Sep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0A7390"/>
          </a:solidFill>
          <a:ln w="12700">
            <a:solidFill>
              <a:srgbClr val="0A73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234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created, card added. Campaign built and paused.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56816"/>
            <a:ext cx="384048" cy="384048"/>
          </a:xfrm>
          <a:prstGeom prst="ellipse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9110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9110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goes live. Ads visible from day one.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384048" cy="384048"/>
          </a:xfrm>
          <a:prstGeom prst="ellipse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5877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5877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learns. We watch, we don't judge yet.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310128"/>
            <a:ext cx="384048" cy="384048"/>
          </a:xfrm>
          <a:prstGeom prst="ellipse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2644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32644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numbers: cost per click, cost per booking. We adjust.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384048" cy="384048"/>
          </a:xfrm>
          <a:prstGeom prst="ellipse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9410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394106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applied. Decision: scale up, hold, or stop — on data.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for du Liban · Kan Capture · 15 Sep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things. The first two decide whether any of this is profitable.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536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993392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 average ticket per table (not per person), and roughly the margin you keep on it. Rough figures are fine — they turn our estimates into your numbers.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536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slots to fill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1993392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Friday and Saturday nights are already full, we point the budget at weekday lunches or Sunday evenings — where an extra table is pure gain.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182112"/>
            <a:ext cx="384048" cy="384048"/>
          </a:xfrm>
          <a:prstGeom prst="ellipse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1821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SevenRooms support request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639312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account, so they install our measurement container. We'll draft the exact message.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3182112"/>
            <a:ext cx="384048" cy="384048"/>
          </a:xfrm>
          <a:prstGeom prst="ellipse">
            <a:avLst/>
          </a:prstGeom>
          <a:solidFill>
            <a:srgbClr val="00A6CE"/>
          </a:solidFill>
          <a:ln w="12700">
            <a:solidFill>
              <a:srgbClr val="00A6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1821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on delivery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28032" y="3639312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ads exclude "glovo", "uber eats", "a domicilio"? A paid click that ends in a delivery order with commission is a poor result at a €30–40 ticket — but delivery is real, so it's your call.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for du Liban · Kan Capture · 15 Sep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you might have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will we sell with this?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3560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know yet — and anyone who gives you an exact number is selling smoke. What a click costs is real Google data. How many clicks become a booking at du Liban is what month 1 measures.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€300 and not €1,000?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43560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€300 × 2 months is exactly the €400 that unlocks the credit, and we learn your real cost per booking without risking much. More money before knowing that number is a bet.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will we see results?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2432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on day one. Stable numbers after 2–4 weeks. Month 1 learn, month 2 adjust, month 3 decide.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331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stop it?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62432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time, from your own account. That's why the account and the card are yours, not ours.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20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it doesn't work?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1304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we'll know in 4–6 weeks, having spent €300–600. That's the price of finding out. It's cheap information.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20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Tripadvisor ads?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81304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 not paying them. Their ads send people to your Tripadvisor profile — currently your weakest one (4.0★, wrong price label, old phone). Fixing that profile is free, and we're on it.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for du Liban · Kan Capture · 15 Sep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are the accelerator.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SEO is the engine.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and the Google profile were rebuilt in August. The ads send people to a door that now says the right things. Both keep working together.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Capture · 15 September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Ads for du Liban</dc:title>
  <dc:subject>PptxGenJS Presentation</dc:subject>
  <dc:creator>Kan Capture</dc:creator>
  <cp:lastModifiedBy>Kan Capture</cp:lastModifiedBy>
  <cp:revision>1</cp:revision>
  <dcterms:created xsi:type="dcterms:W3CDTF">2026-09-15T16:40:02Z</dcterms:created>
  <dcterms:modified xsi:type="dcterms:W3CDTF">2026-09-15T16:40:02Z</dcterms:modified>
</cp:coreProperties>
</file>